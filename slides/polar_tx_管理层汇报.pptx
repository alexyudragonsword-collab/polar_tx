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D2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A1D28"/>
                </a:solidFill>
                <a:latin typeface="Microsoft YaHei"/>
              </a:rPr>
              <a:t>调制平均效率（同一 OFDM 包络）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平均效率</c:v>
                </c:pt>
              </c:strCache>
            </c:strRef>
          </c:tx>
          <c:spPr>
            <a:solidFill>
              <a:srgbClr val="141A3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D2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A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8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20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线性 PA
(class-B)</c:v>
                  </c:pt>
                  <c:pt idx="1">
                    <c:v>单核数字 PA
(SCPA)</c:v>
                  </c:pt>
                  <c:pt idx="2">
                    <c:v>双路 Doherty
合路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33.4</c:v>
                </c:pt>
                <c:pt idx="1">
                  <c:v>44.6</c:v>
                </c:pt>
                <c:pt idx="2">
                  <c:v>58.8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D28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57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DC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polar_tx 项目汇报。全库自研 9,870 行，195 项自动化测试全绿，覆盖窄带与宽带两种数字极坐标发射机架构。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效率是数字极坐标存在的理由。三个数字取自同一 OFDM 包络、同一 EVM 口径的实测仿真，可横向比较。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两条链路共用同一套波形、损伤与指标基础设施，所以窄带与宽带的结果可以直接比较，不存在口径差异。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这条链不是黑盒：每一级的中间量都保留，可单独观察，也可单独注入损伤做灵敏度分析。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对标覆盖 20 年代际跨度，从 EDGE 到最新的 WiFi MLO。差异都在可解释范围内，且每条对标都有测试锁定，防止后续改动悄悄偏离。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1、2 条是验证策略层面的结论：先看 ACP 和模板，再看 EVM。第 3 条说明效率模型可外推。第 4 条说明模型与真实硅之间的差距是已知且量化的。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重点是可维护性：新人改动会被 195 项测试和多平台 CI 挡住，vendor 漂移检查保证与姊妹库不脱节。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后续方向按需展开；当前平台已可直接投入使用，不存在阻塞项。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F2752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-137160"/>
            <a:ext cx="2286000" cy="2286000"/>
          </a:xfrm>
          <a:prstGeom prst="ellipse">
            <a:avLst/>
          </a:prstGeom>
          <a:solidFill>
            <a:srgbClr val="16A8C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polar_tx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数字极坐标发射机（Digital Polar TX）行为级仿真库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从架构选型 → 指标预测 → 校准验证 → RTL 交付的全链路仿真平台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62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种发射机架构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62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2900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条预设链路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62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4754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管理层汇报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为什么做数字极坐标：效率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终端射频功耗由功率放大器主导；OFDM 的高峰均比让线性 PA 长期工作在回退区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84048" cy="384048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6002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把幅度交给开关式数字 PA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9476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极坐标分解后，幅度由数字 PA（DPA）以开关方式合成，回退效率远优于线性方案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28072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收益必须可量化才能决策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1546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本库把「省多少电」算到可比较的精度：同一包络、同一 EVM 口径下横向对比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rgbClr val="D6208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40142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代价同样被量化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43616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带宽扩展、AM/PM 失配、非线性——极坐标的每一项代价都在模型内，不做乐观假设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263640" y="1481328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263640" y="5230368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E4F4F8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5230368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−40.7 dB EVM 下，Doherty 合路把平均效率再抬升 14 个百分点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交付范围：两种架构、六类制式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共用一条可组合信号链，只替换相位调制器，便于同口径横向对比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57800" cy="3127248"/>
          </a:xfrm>
          <a:prstGeom prst="roundRect">
            <a:avLst>
              <a:gd name="adj" fmla="val 2632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47088"/>
            <a:ext cx="310896" cy="310896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窄带：ADPLL 两点调制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30428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相位在环内合成，无 DTC 量化/抖动/INL 地板；直通 DAC 覆盖能力约束带宽上限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9264" y="2962656"/>
            <a:ext cx="4617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 BLE（LE-1M / LE-2M）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 EDR（π/4-DQPSK、8DPSK）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EDGE（线性化 GMSK）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LTE ≤ 20 MHz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72768"/>
            <a:ext cx="5257800" cy="3127248"/>
          </a:xfrm>
          <a:prstGeom prst="roundRect">
            <a:avLst>
              <a:gd name="adj" fmla="val 2632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847088"/>
            <a:ext cx="310896" cy="310896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11" name="Text 9"/>
          <p:cNvSpPr/>
          <p:nvPr/>
        </p:nvSpPr>
        <p:spPr>
          <a:xfrm>
            <a:off x="7013448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宽带：开环 DTC 相位调制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56248" y="230428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带宽不受环路限制，代价是 DTC 量化、边沿抖动与 INL 三项额外噪声地板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92824" y="2962656"/>
            <a:ext cx="4617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WiFi 6 / 7（≤ 320 MHz）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WiFi MLO（双抽头 FIR）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 NR FR1 / FR2（≤ 200 MHz）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4096-QAM / MCS13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956048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292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" y="56509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预设链路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10712" y="4956048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50292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410712" y="56509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文献级对标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4956048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50292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181344" y="56509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可运行示例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51976" y="4956048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51976" y="50292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9,870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951976" y="56509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行自研代码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一条信号链，覆盖设计全流程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每一级都可注入损伤、可单独观测，指标口径与实测仪器对齐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141A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波形生成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59152" y="1627632"/>
            <a:ext cx="219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6276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16A8C8"/>
          </a:solidFill>
          <a:ln/>
        </p:spPr>
      </p:sp>
      <p:sp>
        <p:nvSpPr>
          <p:cNvPr id="8" name="Text 6"/>
          <p:cNvSpPr/>
          <p:nvPr/>
        </p:nvSpPr>
        <p:spPr>
          <a:xfrm>
            <a:off x="2578608" y="1627632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627632"/>
            <a:ext cx="219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5696" y="16276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16A8C8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627632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极坐标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53328" y="1627632"/>
            <a:ext cx="219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16276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16A8C8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627632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相位路径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包络路径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0416" y="1627632"/>
            <a:ext cx="219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9872" y="16276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16A8C8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1627632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 PA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(DPA)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47504" y="1627632"/>
            <a:ext cx="219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66960" y="16276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D6208A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1627632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EVM/ACLR/Mask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999232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255264"/>
            <a:ext cx="384048" cy="38404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2186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损伤注入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60273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AM/PM 时延失配、两点增益误差、DTC 量化与 INL、供电推压、单元失配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2999232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3255264"/>
            <a:ext cx="384048" cy="38404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40880" y="32186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校准闭环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360273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时延估计（波形对齐 / ACP 功率搜索）、两点增益 LS 与在线 LMS、DTC LUT 标定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5720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828032"/>
            <a:ext cx="384048" cy="38404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17320" y="47914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预失真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17320" y="5175504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极坐标双 LUT（AM-AM 逆 + AM-PM 补偿）、整链 ILA-GMP 记忆 DPD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45720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828032"/>
            <a:ext cx="384048" cy="384048"/>
          </a:xfrm>
          <a:prstGeom prst="ellipse">
            <a:avLst/>
          </a:prstGeom>
          <a:solidFill>
            <a:srgbClr val="D6208A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40880" y="47914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良率与交付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5175504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Monte Carlo 逐芯片抽样、RTL + Verilog-AMS 导出（iverilog 逐位验证）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结果可信度：对标 2005–2026 六篇文献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不是自证——每条链路都对着公开发表的流片结果核对，落在同一量级内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926080"/>
                <a:gridCol w="2194560"/>
                <a:gridCol w="2587752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本库仿真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08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Staszewski, JSSC 2005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EDGE 极坐标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DEVM 2–3 %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2.18 %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802.11n 世代（约 2010）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WLAN 20 MHz / 64-QAM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−28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−28.0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Madoglio, ISSCC 2014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LTE 20 MHz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−30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−31.0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Ben Bassat, JSSC 2020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WiFi 6 / 160 MHz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−38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−38.1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Degani, RFIC 2024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WiFi 7 / 320 MHz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−38 dB 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−37.0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Borokhovich, RFIC 2026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WiFi MLO / FIR+Doherty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5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−40.7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−42.7 dB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98848"/>
            <a:ext cx="3429000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A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 项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51206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自动化测试（2 项因缺数据集跳过）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4498848"/>
            <a:ext cx="3429000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A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572000" y="51206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作业，Windows/macOS/Linux 全绿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0" y="4498848"/>
            <a:ext cx="3429000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2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物理量断言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275320" y="51206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断言量化噪底、失配 √N 律等物理规律，非快照比对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代表性技术发现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这些结论直接影响架构选型与版图/校准资源的分配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01952"/>
            <a:ext cx="329184" cy="329184"/>
          </a:xfrm>
          <a:prstGeom prst="ellipse">
            <a:avLst/>
          </a:prstGeom>
          <a:solidFill>
            <a:srgbClr val="D6208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6464" y="1865376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AM/PM 时延失配是最尖锐的损伤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9264" y="2377440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WiFi 160 MHz 下 0.2 ns 即导致频谱模板失败。已内建两种估计器（波形对齐 / 仅用功率检波的 ACP 搜索），校准后可回到基线。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27632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901952"/>
            <a:ext cx="329184" cy="329184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0024" y="1865376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 比 EVM 更早报警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92824" y="2377440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频谱仪没有均衡器，功率域完全暴露损伤；而 EVM 会被接收机均衡「洗白」。研发验证应以 ACP/模板为先。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114800"/>
            <a:ext cx="329184" cy="329184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26464" y="4078224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效率优势由物理推导，非曲线拟合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9264" y="4590288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Doherty 合路从负载调制推出效率与 AM-AM/AM-PM，核间失配可做良率蒙卡，结论可外推而不只是拟合当前数据。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4114800"/>
            <a:ext cx="329184" cy="329184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50024" y="4078224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实测硅数据可直接入链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92824" y="4590288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接入公开实测 DPA 数据集：静态极坐标模型与含记忆模型相差约 19 dB，该差距量化了器件记忆效应的代价。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工程化程度：可交付、可复现、可维护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不是一次性脚本，而是有测试、有 CI、有打包、可长期维护的工具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1920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9,870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834640" y="1627632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行自研代码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1920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2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34640" y="274320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58768"/>
            <a:ext cx="1920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34640" y="385876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文件测试套件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74336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74336"/>
            <a:ext cx="1920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34640" y="4974336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个可运行示例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27632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929384"/>
            <a:ext cx="365760" cy="365760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7465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 工作台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0574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网页版（Streamlit）与桌面版（PySide6），六个功能页，非工程师亦可操作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743200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044952"/>
            <a:ext cx="365760" cy="365760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8620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单文件 exe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四种构建组合，免安装分发给验证与系统团队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858768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160520"/>
            <a:ext cx="365760" cy="365760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977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+ Verilog-AMS 导出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42885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数字数据通路可综合，模拟 PA 实数模型可协仿，全部逐位对齐 Python 金向量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974336"/>
            <a:ext cx="5257800" cy="969264"/>
          </a:xfrm>
          <a:prstGeom prst="roundRect">
            <a:avLst>
              <a:gd name="adj" fmla="val 8491"/>
            </a:avLst>
          </a:prstGeom>
          <a:solidFill>
            <a:srgbClr val="F4F6FB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5276088"/>
            <a:ext cx="365760" cy="365760"/>
          </a:xfrm>
          <a:prstGeom prst="ellipse">
            <a:avLst/>
          </a:prstGeom>
          <a:solidFill>
            <a:srgbClr val="D6208A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50932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Vendor 漂移检查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54041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自动核对与两个姊妹库的同步状态，防止长期演进中悄悄脱节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F275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结论与后续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平台已具备支撑架构决策的完整能力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1F2752"/>
          </a:solidFill>
          <a:ln w="9525">
            <a:solidFill>
              <a:srgbClr val="344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65960"/>
            <a:ext cx="365760" cy="365760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50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能力完整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 → 指标预测 → 校准验证 → RTL 交付，四个环节全部打通并有示例支撑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1F2752"/>
          </a:solidFill>
          <a:ln w="9525">
            <a:solidFill>
              <a:srgbClr val="34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65960"/>
            <a:ext cx="365760" cy="365760"/>
          </a:xfrm>
          <a:prstGeom prst="ellipse">
            <a:avLst/>
          </a:prstGeom>
          <a:solidFill>
            <a:srgbClr val="16A8C8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450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36008" y="2852928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六篇文献对标 + 195 项物理量断言测试 + 多平台 CI，结论不依赖单次运行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1F2752"/>
          </a:solidFill>
          <a:ln w="9525">
            <a:solidFill>
              <a:srgbClr val="3440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1965960"/>
            <a:ext cx="365760" cy="365760"/>
          </a:xfrm>
          <a:prstGeom prst="ellipse">
            <a:avLst/>
          </a:prstGeom>
          <a:solidFill>
            <a:srgbClr val="D6208A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2450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可直接使用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2852928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 与免安装 exe 已就绪，系统与验证团队无需环境配置即可上手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2245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后续可选方向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626864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9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扩展制式覆盖（WiFi 8、NR-U 等新 numerology）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9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回灌自有流片实测数据，校准模型与硅的差距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9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延伸到系统级功耗与热建模，支撑整机功耗预算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polar_tx 数字极坐标发射机仿真库</dc:title>
  <dc:subject>PptxGenJS Presentation</dc:subject>
  <dc:creator>polar_tx</dc:creator>
  <cp:lastModifiedBy>polar_tx</cp:lastModifiedBy>
  <cp:revision>1</cp:revision>
  <dcterms:created xsi:type="dcterms:W3CDTF">2026-08-04T10:12:58Z</dcterms:created>
  <dcterms:modified xsi:type="dcterms:W3CDTF">2026-08-04T10:12:58Z</dcterms:modified>
</cp:coreProperties>
</file>